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422" r:id="rId2"/>
  </p:sldIdLst>
  <p:sldSz cx="6858000" cy="9144000" type="letter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300"/>
    <a:srgbClr val="1919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2216" autoAdjust="0"/>
  </p:normalViewPr>
  <p:slideViewPr>
    <p:cSldViewPr snapToGrid="0" snapToObjects="1" showGuides="1">
      <p:cViewPr varScale="1">
        <p:scale>
          <a:sx n="69" d="100"/>
          <a:sy n="69" d="100"/>
        </p:scale>
        <p:origin x="190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659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1411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8640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169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771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7582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7485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280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455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44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726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42684-0D83-B34B-996C-04CDC04270F3}" type="datetimeFigureOut">
              <a:rPr lang="es-ES" smtClean="0"/>
              <a:t>27/03/2026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D7306-9008-2F45-AA49-1E14CF1438E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982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50"/>
            <a:ext cx="6857999" cy="8875057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4572001" y="1802513"/>
            <a:ext cx="21955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 Bold"/>
                <a:ea typeface="+mn-ea"/>
                <a:cs typeface="Arial Narrow Bold"/>
              </a:rPr>
              <a:t>CLAVE: </a:t>
            </a:r>
            <a:r>
              <a:rPr kumimoji="0" lang="es-ES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 Narrow Bold"/>
                <a:ea typeface="+mn-ea"/>
                <a:cs typeface="Arial Narrow Bold"/>
              </a:rPr>
              <a:t>SS/PP-000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 Narrow Bold"/>
              <a:ea typeface="+mn-ea"/>
              <a:cs typeface="Arial Narrow Bold"/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0043357"/>
              </p:ext>
            </p:extLst>
          </p:nvPr>
        </p:nvGraphicFramePr>
        <p:xfrm>
          <a:off x="1430338" y="2020888"/>
          <a:ext cx="5073650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22" name="Documento" r:id="rId4" imgW="5767729" imgH="7813717" progId="Word.Document.12">
                  <p:embed/>
                </p:oleObj>
              </mc:Choice>
              <mc:Fallback>
                <p:oleObj name="Documento" r:id="rId4" imgW="5767729" imgH="7813717" progId="Word.Document.12">
                  <p:embed/>
                  <p:pic>
                    <p:nvPicPr>
                      <p:cNvPr id="3" name="Objeto 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30338" y="2020888"/>
                        <a:ext cx="5073650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83520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4854</TotalTime>
  <Words>3</Words>
  <Application>Microsoft Office PowerPoint</Application>
  <PresentationFormat>Carta (216 x 279 mm)</PresentationFormat>
  <Paragraphs>1</Paragraphs>
  <Slides>1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 Narrow Bold</vt:lpstr>
      <vt:lpstr>Calibri</vt:lpstr>
      <vt:lpstr>Tema de Office</vt:lpstr>
      <vt:lpstr>Documento de Microsoft Word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Iván Hernández</dc:creator>
  <cp:lastModifiedBy>nlopezm</cp:lastModifiedBy>
  <cp:revision>330</cp:revision>
  <dcterms:created xsi:type="dcterms:W3CDTF">2019-03-29T15:10:24Z</dcterms:created>
  <dcterms:modified xsi:type="dcterms:W3CDTF">2026-03-27T15:40:17Z</dcterms:modified>
</cp:coreProperties>
</file>